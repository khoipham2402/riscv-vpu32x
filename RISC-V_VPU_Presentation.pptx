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RISC-V Vector Processing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0F0"/>
                </a:solidFill>
              </a:rPr>
              <a:t>Targeting ASIC Tapeout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D2F0"/>
                </a:solidFill>
              </a:rPr>
              <a:t>rv32im_zicsr_zve32x_zvl128b  |  VLEN=128  |  SEW=8/16/32  |  LMUL=1/2/4/8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6BEE6"/>
                </a:solidFill>
              </a:rPr>
              <a:t>Pham Anh Khoi  ·  HCMUT  ·  Capstone Project 2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riscv_vpu_top: scalar pipeline + VPU + IMEM/DMEM + UART on single clock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5-Stage Scalar Core (RV32IM)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Pipeline: IF → ID → EX → MEM → WB, synchronous IMEM/DMEM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1-cycle read latency, Harvard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Full forwarding: EX→MEM, MEM→WB bypass mux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Hazard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Load-use stall: freeze PC + IF/ID, bubble into 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VPU stall: freeze all stages until vpu_ready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VPU dispatch: OP-V in EX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4106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vpu_insn_vld + vpu_insn + rs1/rs2_data to VPU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3425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vsetvl* writeback: wait cfg_done, write vl to scalar RF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VPU Subsystem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vproc_system_wrapper: instantiates all VPU submodules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Decoder (32b → 49-bit ctrl_bus), FIFO depth-8, FSM 9-state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4 × vproc_vregfile (32 × 32b each), 4 processor 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vproc_vec_lsu, vproc_reduction, vproc_vcsr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49-bit ctrl_bus: vs1/vs2/vd addresses, funct6, flags (is_widen, is_masking, is_reduction…)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Instruction FIFO (depth 8): decouple scalar from VPU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Prevents duplicate push during scalar stall via vpu_ready gating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VPU Execution FSM — 9 States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ST_IDLE (0): dispatch hub, wait for instruction from FIFO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ST_CONFIG (1): vsetvl/vsetvli — 1 cycle, update CSR vl/vtype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ST_EXEC (2): arithmetic/logic/shift/mul/minmax — N_elem/4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ST_WIDENL/WIDENH (3/4): widening — 2-phase per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ST_MASKING (5) + ST_FINAL_MASKING (6): compare → pack mask 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ST_REDUCTION (7) + ST_REDUCTION_DONE (8): serial accumulation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T_red = N_elem + 1 cycles  |  T_exec = ceil(N_elem / (32/SEW)) cycles</a:t>
            </a:r>
          </a:p>
        </p:txBody>
      </p:sp>
      <p:pic>
        <p:nvPicPr>
          <p:cNvPr id="12" name="Picture 11" descr="fs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840"/>
            <a:ext cx="42062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Execution Lane &amp; Functional Units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4 lanes × 32-bit = processes 128-bit VRF register in 1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SEW=8: 4 elements/cycle  |  SEW=16: 2/cycle  |  SEW=32: 1/cycle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Adder: VADD/VSUB/VRSUB/VADC/VSBC — carry-save, no cross-lane carry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Multiplier: VMUL/VMULH/VMULHU/VMULHSU, widening output lo/hi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Shifter: VSLL/VSRL/VSRA — amount masked to log2(SEW) 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Compare: 4-bit result/word → mask write buffer → ST_FINAL_MASKING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MinMax: signed/unsigned per-element mux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Vector LSU — Masked Store Waveform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Unit-stride: VLE8/16/32.v (load), VSE8/16/32.v (store)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Prefetch pipeline: ST_IDLE issues word-0 request; data arrives on first ST_LOAD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Masked store (vm=0): mem_be[j] = v0_flat[word_ctr×4 + j] for SEW=8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Tail suppression: last_word_be computed from vl mod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Hazards: RAW scoreboard (vrf_busy_r[31:0]), WAW guard, WAR guard</a:t>
            </a:r>
          </a:p>
        </p:txBody>
      </p:sp>
      <p:pic>
        <p:nvPicPr>
          <p:cNvPr id="10" name="Picture 9" descr="vlsu_masked_store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840"/>
            <a:ext cx="42062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Verification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172/172 PASS — Instruction regression (tb_vproc_all_instr)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13 sections: CONFIG, ALU VV/VX/VI, VRSUB, Logic, Shift, MinMax, Compare, MUL, Widening, LMUL=2, Reduction, OPMVX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75/75 PASS — Vector LSU (tb_vproc_vlsu)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VLE/VSE e8/e16/e32, random VL, masked store byte-enable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16384/16384 PASS — Lena 128×128 system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35853 cycles, max pixel error = 0 vs BT.601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Regression policy: every RTL change must pass 172-test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FPGA Synthesis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Fmax: 47.18 MHz (fast-corner) — 2.87× vs original 16.44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Slow-corner: −4.436 ns violation (scalar ALU carry chain bottleneck)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Area: 10,438 ALMs — 25% reduction after serial reduction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Fmax evolution: 16.44 → 32.5 → 47.18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Fix 1: serial reduction (remove 64-deep adder tree)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Fix 2: break 143-node FIFO feedback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Performance: ~10× speedup vs scalar RV32IM for BT.601 inner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4106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2.18 cycles/pixel, bandwidth-bound at SEW=8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FPGA Demo — DE10-Standard VGA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RGB original (SW[0]=1)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Grayscale BT.601 (SW[0]=0)</a:t>
            </a:r>
          </a:p>
        </p:txBody>
      </p:sp>
      <p:pic>
        <p:nvPicPr>
          <p:cNvPr id="7" name="Picture 6" descr="mif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114800" cy="4114800"/>
          </a:xfrm>
          <a:prstGeom prst="rect">
            <a:avLst/>
          </a:prstGeom>
        </p:spPr>
      </p:pic>
      <p:pic>
        <p:nvPicPr>
          <p:cNvPr id="8" name="Picture 7" descr="mif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41148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71500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40"/>
                </a:solidFill>
              </a:rPr>
              <a:t>Both images pre-loaded via MIF  |  16384/16384 pixels byte-exact  |  max_error=0  |  Hardware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Complete Zve32x VPU — 172/172 regression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End-to-end verified: UART streaming + BT.601 image processing + FPGA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47.18 MHz, 10,438 ALMs on Cyclone V — 3× frequency, 25% area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VGA display hardware-verified on DE10-Standard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Path to ASIC Tapeout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Fix async reset in lsu.sv (#8) — synthesis prerequisite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41064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Lint pass — latch audit (#9) required before DC/Yosys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34256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Replace behavioral DMEM with standard-cell SRAM macro (#15)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2744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• Feature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2064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vslide1up/vslide1down for FIR/overlap-save workloads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13831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    – Formal verification + STA closure + clock-gating insertion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